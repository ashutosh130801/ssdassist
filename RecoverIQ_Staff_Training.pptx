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the training for RecoverIQ, our collections platform. It runs on the web (in a browser) and as a mobile app. We'll cover how to log in, set up your profile, and use the screens for your specific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RecoverIQ is one system. Office roles mostly use the web; field staff mostly use the phone app. Both share the same live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logs in with a starter password Ssd@2026 and is forced to set their own on first login. Then they complete their E-ID profile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ways in: web browser, the Android app (download link on the login page), or iPhone via Add to Home Screen. Field officers should use the Android app for background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E-ID is everyone's ID card: photo, emp code, role, branch. Complete personal details once (then it locks — HR can edit later). Photo and password can be changed anytime.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main role types. The next slides cover each one's menu and daily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and Head Office see everything. Their core jobs: upload case files (auto-allocated by ID), monitor MIS, track field staff on the live map, and manage staff via Team/Manpower.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 run a branch. They see branch-scoped dashboards and MIS, work accounts, track their field team, and manage/approve their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Leads oversee their assigned callers and FOS. They monitor the team, work team accounts, chase PTPs, and escalate difficult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Tele-callers work a calling queue, log call outcomes, edit the Live Sheet, and can record a customer's new address/phone which instantly alerts the assigned field officer.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Officers use the app most. They turn on the On-Duty switch (shares live GPS), work their accounts with one-tap call/navigate, log visits with photo+GPS, and receive new-address/phone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manages the Manpower directory: add staff (auto emp code + login), edit anyone, search the directory, download to Excel, and handle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admin/head office upload. One product per file. Include the emp-code ID columns so cases auto-allocate. After commit, a report shows what imported and flags any IDs that didn't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caller or head office records a new address/phone, the assigned field officer gets an instant notification and a highlighted contact card to call or navigate.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Tracking shows the live map, route replay for any day, and a new FOS roster popup listing active vs inactive officers for today or any chosen date, plus attendance/distance.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field officer's flow: go On Duty, open My Accounts, navigate/call the customer, log the visit with photo+GPS, check notifications for new contact info, and keep the app updated via the auto-update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can apply for leave and manage account security — password, 2FA, passkeys. New devices require admin approval, which protects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habits: log everything, stay on duty, keep contacts fresh, protect your login, update the app. Avoid: sharing logins, skipping logs, turning off tracking,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log in, complete your E-ID, use your role's menu. Web address and app download are shown. For help, contact a team lead or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120640" cy="51206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3840480" cy="3840480"/>
          </a:xfrm>
          <a:prstGeom prst="ellipse">
            <a:avLst/>
          </a:prstGeom>
          <a:solidFill>
            <a:srgbClr val="1430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ENTERPRISES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RecoverIQ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— Web &amp; Mobile App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your role, your screens, and your daily tasks in the collections platform.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4754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16736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&amp; set up your E-ID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41648" y="4754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041648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08576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role's screens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33488" y="4754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333488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00416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daily work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ways to use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uses the same login — the screens you see depend on your role.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(browser)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834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office roles — admin, head office, managers, team leads, tele-callers. Full dashboards, MIS, uploads, live map, manpower.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0FBF3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6596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(Android)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834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field officers &amp; callers on the move — on-duty tracking, your accounts, log visits with photo + GPS, calls &amp; WhatsApp.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in real time — a payment logged on the app appears instantly on the web, and vice-versa.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— your first login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 steps whether you use the web or the app.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057400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email your admin gave you and the starter password Ssd@2026.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2057400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password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login you must create your own private password. Never share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64040" y="2057400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46404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your E-ID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your details once (phone, DOB, bank, etc.) and add a profile photo.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forgot your password or blocked on a new device? Ask your admin — they can reset it and approve your device.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open RecoverIQ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whichever fits how you 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browser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recoveriq.ssdenterprises.org.in on any computer or phone browser and sign in. Nothing to install.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69164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91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app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'Download Android app' on the login page, install it, and sign in. Best for field officers — background GPS + notifications.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69164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691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(add to Home Screen)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278892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site in Safari, tap Share, then 'Add to Home Screen'. Runs like an app (no background tracking on iPhone).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E-ID &amp; profile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'My E-ID' from the menu — it's your digital ID card.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97680" cy="4297680"/>
          </a:xfrm>
          <a:prstGeom prst="roundRect">
            <a:avLst>
              <a:gd name="adj" fmla="val 2553"/>
            </a:avLst>
          </a:prstGeom>
          <a:solidFill>
            <a:srgbClr val="0F1B2D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Name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Executive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FO001 · Visakhapatnam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114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Emp code · Role · Branch · Blood group · Phone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57800" y="178308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32120" y="21031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1947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details once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55080" y="23134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phone, DOB, bank, emergency contact. After you save, it locks — ask HR for later changes.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57800" y="320040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352044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photo anytime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55080" y="37307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'Change photo' to upload or update your picture whenever you like.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57800" y="461772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493776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4937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55080" y="4782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355080" y="51480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account secure from the E-ID or Security screen.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at a glance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decides which screens you see.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/ Head Office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upload cases, MIS, team &amp; manpower, tracking, audit.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9202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63440" y="2560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branch: accounts, PTP, field tracking, team, MIS.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9202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12480" y="2560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 team of callers/FOS: team dashboard, team accounts, PTP.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0690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Tele-caller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customers: calling queue, live sheet, PTP tracker.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38404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40690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Officer (FOS)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63440" y="4709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customers: on-duty tracking, accounts, log visits.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8404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40690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admin: manpower directory, add/edit staff, leave.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1460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Head Office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oversight across every branch and portfolio.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63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/ Portfolios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Sheet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Tracker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Tracking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Archive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901952"/>
            <a:ext cx="530352" cy="53035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01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764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case files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1305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bank/product file — cases auto-allocate to callers &amp; FOS by their ID.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816352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3072384"/>
            <a:ext cx="530352" cy="53035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30723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40680" y="2935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performance (MIS)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300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pivots, leaderboards, targets vs achieved — download to Excel.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986784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4242816"/>
            <a:ext cx="530352" cy="53035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242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41056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field team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44714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+ FOS roster: who's active/inactive today or any past day.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5157216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5413248"/>
            <a:ext cx="530352" cy="53035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5413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5276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people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56418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Manpower: add/edit staff, branches, view the full directory.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1460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 branch end to 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63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Tracker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Tracking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901952"/>
            <a:ext cx="530352" cy="53035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01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764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branch numbers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1305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MIS scoped to your branch: recovery %, pending, targets.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816352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3072384"/>
            <a:ext cx="530352" cy="53035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30723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40680" y="2935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accounts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300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case: call, WhatsApp, record payment, log follow-ups.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986784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4242816"/>
            <a:ext cx="530352" cy="53035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242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41056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field team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44714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+ FOS roster for your branch's officers.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5157216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5413248"/>
            <a:ext cx="530352" cy="53035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5413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5276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leave &amp; manage team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56418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leave requests; add/transfer staff within your branch.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3730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1460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 team of callers and field officers.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63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Tracker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Feedback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901952"/>
            <a:ext cx="530352" cy="530352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01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764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team live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1305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Team: each member's activity, collections and today's work.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816352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3072384"/>
            <a:ext cx="530352" cy="530352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30723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40680" y="2935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team accounts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300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cases assigned to your team — call the customer, caller, or FOS.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986784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4242816"/>
            <a:ext cx="530352" cy="530352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242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41056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PTPs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44714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Tracker: promises due today and overdue, so nothing slips.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5157216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5413248"/>
            <a:ext cx="530352" cy="530352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5413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5276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stuck cases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56418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hard case to yourself without hurting the member's numbers.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TELE-CALLER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1460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Tele-caller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customers and records the outcome.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63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Sheet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Tracker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Feedback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901952"/>
            <a:ext cx="530352" cy="53035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01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764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calling queue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1305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screen orders your accounts — tap to call, then log the disposition (PTP, Paid, RTP…).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816352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3072384"/>
            <a:ext cx="530352" cy="53035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30723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40680" y="2935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Live Sheet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300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cases inline like Excel — amounts, status, remarks — saved live.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986784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4242816"/>
            <a:ext cx="530352" cy="53035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242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41056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new address / phone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44714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new number or address? Add it — the field officer is notified instantly.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5157216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5413248"/>
            <a:ext cx="530352" cy="53035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5413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5276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promises (PTP)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56418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 promise-to-pay dates before they lapse.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1460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Officer (FOS)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customers in the field — mostly on the phone app.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63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Stats + On-Duty switch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Duty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Tracking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E-ID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90195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01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764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On Duty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1305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On-Duty switch on your home screen so your live location is shared.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816352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3072384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30723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40680" y="2935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your accounts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300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customers grouped smartly — Call, WhatsApp, or Navigate in one tap.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986784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4242816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242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41056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visit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44714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visit with a photo + GPS + amount collected on the spot.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5157216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5413248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5413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5276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contact updates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56418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caller finds a new address/phone, you get a notification — Navigate straight there.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1460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people and the employee directory.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0F1B2D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63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E-ID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901952"/>
            <a:ext cx="530352" cy="5303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01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764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staff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1305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 → Add staff: fill full details; a role-wise emp code + login are created.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816352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3072384"/>
            <a:ext cx="530352" cy="5303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30723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40680" y="2935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 employee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300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anyone's card → Edit to update details, reset password, or change role.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986784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4242816"/>
            <a:ext cx="530352" cy="5303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242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41056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directory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44714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code, phone, designation, branch — find anyone fast.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5157216"/>
            <a:ext cx="7132320" cy="1024128"/>
          </a:xfrm>
          <a:prstGeom prst="roundRect">
            <a:avLst>
              <a:gd name="adj" fmla="val 10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5413248"/>
            <a:ext cx="530352" cy="53035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5413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5276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manage leave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56418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directory to Excel; review and approve leave.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Uploading cases &amp; auto-allocation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Head Office · one product file at a time.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470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Choose bank, product, month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what the file is for on the upload form.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8986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Upload the Excel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CALLER ID, FOS ID, TEAM LEAD ID columns (the emp codes).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9502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Auto-allocated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maps to that caller, FOS and team lead automatically.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001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Live everywhere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53675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MIS, dashboards and the callers'/FOS' accounts update instantly.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1737360"/>
            <a:ext cx="3886200" cy="3886200"/>
          </a:xfrm>
          <a:prstGeom prst="roundRect">
            <a:avLst>
              <a:gd name="adj" fmla="val 2824"/>
            </a:avLst>
          </a:prstGeom>
          <a:solidFill>
            <a:srgbClr val="0F1B2D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upload you get a report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55280" y="25603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AFE"/>
                </a:solidFill>
              </a:rPr>
              <a:t>Rows imported &amp; updated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AFE"/>
                </a:solidFill>
              </a:rPr>
              <a:t>How many mapped to each caller / FOS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AFE"/>
                </a:solidFill>
              </a:rPr>
              <a:t>Any names/IDs that DIDN'T match — with the reason, so you can fix the sheet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address / phone → field officer alert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and head office keep contact details fresh.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/ Head Office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case and enters the customer's new phone or address (or edits it in the Live Sheet).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41648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78308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2461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it on the case and instantly pushes an alert to the assigned field officer.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90688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78308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32461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phone notification + a highlighted card — taps Call or Navigate to the new location.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tracking &amp; FOS roster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Tracking screen — managers, head office, admin.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on-duty officer moving in real time, with direction and a live trail.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031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history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officer and past date to replay their route and see visits.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5196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 roster popup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9834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click: Active vs Inactive officers for today — or any past date you pick.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5196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0664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&amp; distance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29400" y="49834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tracked, ping counts, distance covered; export reports.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Officer — the app,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officer's typical day on the phone.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go On Duty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32688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sharing starts.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65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Accounts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81728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grouped by priority.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3544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&amp; Call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30768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tap: maps, call, WhatsApp.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4251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visit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2688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GPS + amount collected.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20624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0" y="4251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notifications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81728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address/phone from callers.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12233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20624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35440" y="4251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updated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30768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auto-prompts to update.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&amp; keeping your account safe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these two screens.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1405A"/>
                </a:solidFill>
              </a:rPr>
              <a:t>Apply for leave: pick type, dates, reason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1405A"/>
                </a:solidFill>
              </a:rPr>
              <a:t>See your leave balance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1405A"/>
                </a:solidFill>
              </a:rPr>
              <a:t>Managers/HR approve or reject requests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1405A"/>
                </a:solidFill>
              </a:rPr>
              <a:t>The team can see who's off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EFF5F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01168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1405A"/>
                </a:solidFill>
              </a:rPr>
              <a:t>Change your password regularly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1405A"/>
                </a:solidFill>
              </a:rPr>
              <a:t>Turn on 2-step verification (authenticator code)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1405A"/>
                </a:solidFill>
              </a:rPr>
              <a:t>Add a passkey / biometric sign-in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1405A"/>
                </a:solidFill>
              </a:rPr>
              <a:t>New devices need admin approval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habits that keep the data clean and trustworthy.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0FBF3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450" dirty="0">
                <a:solidFill>
                  <a:srgbClr val="1B4332"/>
                </a:solidFill>
              </a:rPr>
              <a:t>Log every call and visit — that's your performance record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450" dirty="0">
                <a:solidFill>
                  <a:srgbClr val="1B4332"/>
                </a:solidFill>
              </a:rPr>
              <a:t>Field officers: stay On Duty while working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450" dirty="0">
                <a:solidFill>
                  <a:srgbClr val="1B4332"/>
                </a:solidFill>
              </a:rPr>
              <a:t>Record new phone/address when you find it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450" dirty="0">
                <a:solidFill>
                  <a:srgbClr val="1B4332"/>
                </a:solidFill>
              </a:rPr>
              <a:t>Keep your password private; use 2FA</a:t>
            </a:r>
            <a:endParaRPr lang="en-US" sz="1450" dirty="0"/>
          </a:p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1B4332"/>
                </a:solidFill>
              </a:rPr>
              <a:t>Update the app when prompted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DECEC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0" y="25146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450" dirty="0">
                <a:solidFill>
                  <a:srgbClr val="7F1D1D"/>
                </a:solidFill>
              </a:rPr>
              <a:t>Don't share your login or password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450" dirty="0">
                <a:solidFill>
                  <a:srgbClr val="7F1D1D"/>
                </a:solidFill>
              </a:rPr>
              <a:t>Don't forget to log a payment or PTP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450" dirty="0">
                <a:solidFill>
                  <a:srgbClr val="7F1D1D"/>
                </a:solidFill>
              </a:rPr>
              <a:t>Don't turn off duty tracking mid-shift</a:t>
            </a:r>
            <a:endParaRPr lang="en-US" sz="1450" dirty="0"/>
          </a:p>
          <a:p>
            <a:pPr marL="342900" indent="-342900">
              <a:buSzPct val="100000"/>
              <a:buChar char="✗"/>
            </a:pPr>
            <a:r>
              <a:rPr lang="en-US" sz="1450" dirty="0">
                <a:solidFill>
                  <a:srgbClr val="7F1D1D"/>
                </a:solidFill>
              </a:rPr>
              <a:t>Don't guess — if unsure, ask your team lead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754880" cy="4754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 to start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49808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complete your E-ID, and explore the menu for your role.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12233F"/>
          </a:solidFill>
          <a:ln w="12700">
            <a:solidFill>
              <a:srgbClr val="E3E9F1"/>
            </a:solidFill>
            <a:prstDash val="solid"/>
          </a:ln>
          <a:effectLst>
            <a:outerShdw sx="100000" sy="100000" kx="0" ky="0" algn="bl" rotWithShape="0" blurRad="101600" dist="38100" dir="5400000">
              <a:srgbClr val="9DB2C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3977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Web:  recoveriq.ssdenterprises.org.in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BEAFE"/>
                </a:solidFill>
              </a:rPr>
              <a:t>Android app:  tap 'Download Android app' on the login page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Stuck? Ask your team lead or admin — they can reset passwords and approve devices.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RecoverIQ Staff Training</dc:title>
  <dc:subject>PptxGenJS Presentation</dc:subject>
  <dc:creator>SSD Enterprises</dc:creator>
  <cp:lastModifiedBy>SSD Enterprises</cp:lastModifiedBy>
  <cp:revision>1</cp:revision>
  <dcterms:created xsi:type="dcterms:W3CDTF">2026-08-04T05:26:40Z</dcterms:created>
  <dcterms:modified xsi:type="dcterms:W3CDTF">2026-08-04T05:26:40Z</dcterms:modified>
</cp:coreProperties>
</file>